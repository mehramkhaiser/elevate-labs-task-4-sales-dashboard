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2eaa7d4d2636dc1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2eaa7d4d2636dc1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2eaa7d4d2636dc1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2eaa7d4d2636dc1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2eaa7d4d2636dc1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2eaa7d4d2636dc1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2eaa7d4d2636dc1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2eaa7d4d2636dc1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2eaa7d4d2636dc1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2eaa7d4d2636dc1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## PROJECT OVERVIEW&#10;&#10;**Objective**&#10;Transform raw Superstore sales data into an interactive dashboard to explore sales performance, profitability, product categories, and regional trends.&#10;&#10;**Dataset**&#10;- Approximately 9,995 sales records&#10;- Order dates, products, categories, regions, sales, profit, and quantity&#10;- Data prepared and explored using Excel and Google Sheets&#10;&#10;**Tools Used**&#10;Google Looker Studio • Microsoft Excel • Google Sheets • GitHub&#10;&#10;**Project Outcome**&#10;An interactive dashboard with KPI scorecards, sales trend analysis, category and regional visualizations, and dynamic filters.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slides 3–6 for my existing presentation, “Superstore Sales Performance Dashboard,” in a consistent professional blue-and-white corporate theme. Keep text concise, use clean charts, and do not invent findings.&#10;&#10;**Slide 3: Dashboard KPIs**&#10;- Total Sales: 2,297,200.86&#10;- Total Profit: 286,397.02&#10;- Total Quantity Sold: 37,873&#10;Use three prominent KPI cards.&#10;&#10;**Slide 4: Sales Analysis**&#10;Explain that a time-series chart displays sales trends over order dates. A horizontal bar chart compares sales across Furniture, Office Supplies, and Technology. Do not claim a winning category without verified chart data.&#10;&#10;**Slide 5: Regional Analysis &amp; Interactivity**&#10;Show a regional sales pie chart for Central, East, South, and West. Explain the interactive Category, Region, and Date Range filters. Users can select filters to update dashboard visuals.&#10;&#10;**Slide 6: Conclusion**&#10;The dashboard brings sales, profit, quantity, category, regional, and time-based analysis into one interactive report. It supports easier exploration of sales performance and comparisons. Include: “Live Dashboard: [INSERT MY LOOKER STUDIO LINK]” and “Repository: [INSERT MY GITHUB REPOSITORY LINK]”.&#10;&#10;Use readable fonts, balanced layouts, simple icons, and a polished internship-project style. Keep all values exactly as provided. Do not fabricate insights or add unsupported statistics.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one polished 16:9 landscape presentation slide titled SALES PERFORMANCE &amp; ANALYSIS. Use a professional blue-and-white corporate theme. Include three KPI cards: Total Sales 2,297,200.86; Total Profit 286,397.02; Total Quantity Sold 37,873. Below, summarize: Time-series chart explores sales trends over order dates; category bar chart compares Furniture, Office Supplies, and Technology; regional pie chart displays sales distribution across Central, East, South, and West. Footer: Tools: Google Looker Studio | Google Sheets | Microsoft Excel. Use clean typography, balanced spacing, and simple chart icons. Do not invent additional findings.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1530150" y="-829600"/>
            <a:ext cx="107400" cy="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